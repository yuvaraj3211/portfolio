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5921A-7EF9-4752-9CF4-D27BEDF9218B}" v="14" dt="2026-08-04T15:40:29.902"/>
    <p1510:client id="{CFB83CDD-2FED-408B-A62B-8D79CA5F2513}" v="14" dt="2026-08-04T15:46:41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 raj" userId="6904a511feb7c6a7" providerId="LiveId" clId="{A0254F5E-A244-4304-9172-6498A735D068}"/>
    <pc:docChg chg="undo custSel modSld modMainMaster">
      <pc:chgData name="Yuva raj" userId="6904a511feb7c6a7" providerId="LiveId" clId="{A0254F5E-A244-4304-9172-6498A735D068}" dt="2026-08-04T15:46:41.206" v="17"/>
      <pc:docMkLst>
        <pc:docMk/>
      </pc:docMkLst>
      <pc:sldChg chg="modSp mod">
        <pc:chgData name="Yuva raj" userId="6904a511feb7c6a7" providerId="LiveId" clId="{A0254F5E-A244-4304-9172-6498A735D068}" dt="2026-08-04T15:46:13.408" v="14" actId="20577"/>
        <pc:sldMkLst>
          <pc:docMk/>
          <pc:sldMk cId="3074792506" sldId="256"/>
        </pc:sldMkLst>
        <pc:spChg chg="mod">
          <ac:chgData name="Yuva raj" userId="6904a511feb7c6a7" providerId="LiveId" clId="{A0254F5E-A244-4304-9172-6498A735D068}" dt="2026-08-04T15:46:13.408" v="14" actId="20577"/>
          <ac:spMkLst>
            <pc:docMk/>
            <pc:sldMk cId="3074792506" sldId="256"/>
            <ac:spMk id="3" creationId="{2C9C29F7-36B5-0F32-2974-B7BEF23BB5E9}"/>
          </ac:spMkLst>
        </pc:spChg>
      </pc:sldChg>
      <pc:sldChg chg="modSp mod">
        <pc:chgData name="Yuva raj" userId="6904a511feb7c6a7" providerId="LiveId" clId="{A0254F5E-A244-4304-9172-6498A735D068}" dt="2026-08-04T15:45:16.862" v="12"/>
        <pc:sldMkLst>
          <pc:docMk/>
          <pc:sldMk cId="3852046357" sldId="258"/>
        </pc:sldMkLst>
        <pc:spChg chg="mod">
          <ac:chgData name="Yuva raj" userId="6904a511feb7c6a7" providerId="LiveId" clId="{A0254F5E-A244-4304-9172-6498A735D068}" dt="2026-08-04T15:45:16.862" v="12"/>
          <ac:spMkLst>
            <pc:docMk/>
            <pc:sldMk cId="3852046357" sldId="258"/>
            <ac:spMk id="3" creationId="{97A08A8D-00C9-E160-564C-179617978502}"/>
          </ac:spMkLst>
        </pc:spChg>
      </pc:sldChg>
      <pc:sldChg chg="modSp">
        <pc:chgData name="Yuva raj" userId="6904a511feb7c6a7" providerId="LiveId" clId="{A0254F5E-A244-4304-9172-6498A735D068}" dt="2026-08-04T15:46:36.392" v="16"/>
        <pc:sldMkLst>
          <pc:docMk/>
          <pc:sldMk cId="4083502461" sldId="259"/>
        </pc:sldMkLst>
        <pc:spChg chg="mod">
          <ac:chgData name="Yuva raj" userId="6904a511feb7c6a7" providerId="LiveId" clId="{A0254F5E-A244-4304-9172-6498A735D068}" dt="2026-08-04T15:46:36.392" v="16"/>
          <ac:spMkLst>
            <pc:docMk/>
            <pc:sldMk cId="4083502461" sldId="259"/>
            <ac:spMk id="2" creationId="{048FC9F3-80D4-D041-8F15-889CC8F174C8}"/>
          </ac:spMkLst>
        </pc:spChg>
      </pc:sldChg>
      <pc:sldMasterChg chg="setBg">
        <pc:chgData name="Yuva raj" userId="6904a511feb7c6a7" providerId="LiveId" clId="{A0254F5E-A244-4304-9172-6498A735D068}" dt="2026-08-04T15:43:54.770" v="0"/>
        <pc:sldMasterMkLst>
          <pc:docMk/>
          <pc:sldMasterMk cId="682807647" sldId="2147483648"/>
        </pc:sldMasterMkLst>
      </pc:sldMasterChg>
      <pc:sldMasterChg chg="setBg">
        <pc:chgData name="Yuva raj" userId="6904a511feb7c6a7" providerId="LiveId" clId="{A0254F5E-A244-4304-9172-6498A735D068}" dt="2026-08-04T15:46:05.196" v="13"/>
        <pc:sldMasterMkLst>
          <pc:docMk/>
          <pc:sldMasterMk cId="2340826352" sldId="2147483690"/>
        </pc:sldMasterMkLst>
      </pc:sldMasterChg>
      <pc:sldMasterChg chg="setBg">
        <pc:chgData name="Yuva raj" userId="6904a511feb7c6a7" providerId="LiveId" clId="{A0254F5E-A244-4304-9172-6498A735D068}" dt="2026-08-04T15:46:41.206" v="17"/>
        <pc:sldMasterMkLst>
          <pc:docMk/>
          <pc:sldMasterMk cId="600739791" sldId="214748370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71968-F88C-46A5-82BE-D1AE68CC2F7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A136A-2728-4870-8393-1760D5DB0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4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A136A-2728-4870-8393-1760D5DB08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27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A136A-2728-4870-8393-1760D5DB08C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354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1D13-09AE-79F2-49B1-9B19B6B53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57722-4201-0A73-2723-AFB87FD00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230FC-0C63-4EAB-5DCD-1602C39E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033F0-0E61-E9AA-7670-176A48A7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A7A6D-2734-FFB3-F1FA-21B4DEA0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70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0970-D5D4-7AE3-902C-24776C27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26AAF-58FA-D325-5E1B-50C4FD98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C6A1-1EB9-3ABD-AF0F-4C91F9DB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F1E58-FEF2-6DB2-1606-BE1CCD2C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0D89-F0A1-DC2C-99C1-9A65E22F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4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6413-6A5E-1FDA-CAC2-E002BBF6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3DA1B-621F-A0BD-0C22-6EE2D9F12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A05CB-CF1B-2CFF-B4FF-246A4F67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8833-077E-9BEE-F140-BB445DE2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A4487-9E23-BE5E-8584-E62A7210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87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F0BD-E973-04AB-8D24-923013B5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700F9-E3FC-185F-7BE1-76D6AB84F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25A04-7F36-0732-D6BC-82078994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6E681-43C0-6D32-8DE4-BB6B586E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66D50-B070-D375-C669-B3F36150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A427A-8D7B-1CC5-28FA-38C1373F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4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5E9E-99F3-DA44-47A9-A0EAAEF1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54DBC-EE70-F9F6-5001-E89AA8058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2DE48-6B86-E717-EA48-17F9DC247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0FFE5-F981-9841-3BF3-684473018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090F6-FA8C-EEE6-C9B6-5CA9A03E0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EDFF6-6CDB-DF64-3B8F-0F701E54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4C744E-B4B3-C570-85D8-DE60FF9D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EB252-707E-87C6-C9A4-18C6B91A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7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BB28D-196E-4668-4D7F-1FC618AB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F1260-E189-A478-86B8-9E8AFFD1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BC4CB-D354-7A65-6727-6ABA77FF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643E0-3157-CA88-51D4-15B20DDB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27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2712C-6329-A8F0-E8AA-69657A1D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4DAEB-8B38-0C9E-7FF8-819B69B6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474C-5622-AA5B-6C1C-7C6B6B8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38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1C5B-076F-330C-D3FA-87BD8150F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E2A7-40F8-3B95-073B-A9D8602A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BBDF1-5609-3296-6BF5-D51220281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BE28C-18AE-3A31-6C99-C410BE97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C3312-985D-4328-8B59-2BA1DFEC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B12EE-CFFC-E57B-D352-3FF567D0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72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0464-3946-E62D-8CB5-49275AD3C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7B541-39D6-9EE6-E018-EAA92D2F0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3FEA-EAD5-AA70-A651-C8C7133EB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5EF21-D2EE-08DD-493E-4ECF3039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CB45B-1100-27EA-FF88-51952216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87259-890E-2915-D562-29497456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66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8E5B-F053-6C3F-5FB2-D7FEBB54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8AF29-E281-08A0-41CA-BCE0916BF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AF6FC-19DD-9610-7E02-76677E88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8D123-2D72-5870-B34A-0E7B4859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B419A-07A2-8BC8-2665-F57B9106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42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07062-7842-09C8-F95E-B0C35C49C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A4702-0586-4D63-A2E3-A35EAAD2B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ED91-AC36-1D1F-CECD-09DE9034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3F1B5-0EC4-CE06-340E-F9DE81AA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8845-C6B4-5336-44C1-78143E3E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2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56A24-592A-0211-B237-E9BA5ED7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AA838-7716-452B-1FF3-41309B252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F93F-2B31-8966-9F83-135B714F5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E247D-2E94-49AC-9A04-E7D56A620F2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3A493-DE55-0814-7241-D2E89F567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BB2E5-2624-4769-C539-1BFBB6164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4A324-58CA-47CF-9B0D-25E293A90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7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B8B6-8ADB-1A1F-CC88-181F35E30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725408"/>
            <a:ext cx="9144000" cy="2993769"/>
          </a:xfrm>
        </p:spPr>
        <p:txBody>
          <a:bodyPr/>
          <a:lstStyle/>
          <a:p>
            <a:r>
              <a:rPr lang="en-IN" dirty="0"/>
              <a:t>DDEEC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C29F7-36B5-0F32-2974-B7BEF23BB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8360"/>
            <a:ext cx="9377680" cy="1424040"/>
          </a:xfrm>
        </p:spPr>
        <p:txBody>
          <a:bodyPr>
            <a:noAutofit/>
          </a:bodyPr>
          <a:lstStyle/>
          <a:p>
            <a:r>
              <a:rPr lang="en-US" sz="2800" dirty="0"/>
              <a:t>IMPROVING DATA TRANSMISSION EFFICIENCY IN </a:t>
            </a:r>
            <a:r>
              <a:rPr lang="en-IN" sz="2800" dirty="0"/>
              <a:t>DEVELOPED DISTRIBUTED ENERGY EFFICIENT CLUSTERING FOR HETEROGENEOUS WIRELESS SENSOR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E6107-FCC6-6537-8955-7BAC52BB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360" y="2821339"/>
            <a:ext cx="3924640" cy="3452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DDE505-7E6B-BA2A-D48D-FC5DDAD5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840" y="3571044"/>
            <a:ext cx="4084519" cy="18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9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8917-A0EB-878E-7504-FBE7C8E9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223520"/>
            <a:ext cx="10688320" cy="1158239"/>
          </a:xfrm>
        </p:spPr>
        <p:txBody>
          <a:bodyPr>
            <a:normAutofit/>
          </a:bodyPr>
          <a:lstStyle/>
          <a:p>
            <a:r>
              <a:rPr lang="en-IN" sz="3200" b="1" dirty="0"/>
              <a:t>Why is this project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1EFFC-21F3-9E59-B65E-BE5E7ED1F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097279"/>
            <a:ext cx="10957560" cy="5059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Wireless Sensor Networks use battery-powered sensor nodes. If the battery is drained quickly, the network stops working. So, saving energy is very important.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IN" sz="3200" dirty="0"/>
              <a:t>Objective of the Project</a:t>
            </a:r>
          </a:p>
          <a:p>
            <a:pPr marL="0" indent="0">
              <a:buNone/>
            </a:pPr>
            <a:r>
              <a:rPr lang="en-IN" sz="2000" dirty="0"/>
              <a:t>The main objective of our project is to reduce energy consumption, improve data transmission, reduce congestion, and increase the lifetime of the network.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3200" dirty="0"/>
              <a:t>What problem are we solving?</a:t>
            </a:r>
          </a:p>
          <a:p>
            <a:pPr marL="0" indent="0">
              <a:buNone/>
            </a:pPr>
            <a:r>
              <a:rPr lang="en-IN" sz="2000" dirty="0"/>
              <a:t>In the existing DDEEC protocol, many sensor nodes send data at the same time. Our project solves this problem by controlling data transmission using the Token Bucket Algorithm.</a:t>
            </a:r>
            <a:endParaRPr lang="en-US" sz="20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017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F984-6551-B551-3BDB-C2564C3D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Main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8A8D-00C9-E160-564C-17961797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934720"/>
            <a:ext cx="10515600" cy="565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Our solution is to combine the DDEEC protocol with the Token Bucket Algorithm. This controls the data flow, balances energy usage, and increases the network lifetime.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3200" dirty="0"/>
              <a:t>Technologies Used</a:t>
            </a:r>
          </a:p>
          <a:p>
            <a:pPr lvl="0"/>
            <a:r>
              <a:rPr lang="en-IN" sz="2000" dirty="0"/>
              <a:t>MATLAB – for simulation </a:t>
            </a:r>
          </a:p>
          <a:p>
            <a:pPr lvl="0"/>
            <a:r>
              <a:rPr lang="en-IN" sz="2000" dirty="0"/>
              <a:t>Wireless Sensor Networks (WSN) </a:t>
            </a:r>
          </a:p>
          <a:p>
            <a:pPr lvl="0"/>
            <a:r>
              <a:rPr lang="en-IN" sz="2000" dirty="0"/>
              <a:t>DDEEC Protocol </a:t>
            </a:r>
          </a:p>
          <a:p>
            <a:pPr lvl="0"/>
            <a:r>
              <a:rPr lang="en-IN" sz="2000" dirty="0"/>
              <a:t>Token Bucket Algorithm</a:t>
            </a:r>
          </a:p>
          <a:p>
            <a:pPr marL="0" lvl="0" indent="0">
              <a:buNone/>
            </a:pPr>
            <a:endParaRPr lang="en-IN" sz="2000" dirty="0"/>
          </a:p>
          <a:p>
            <a:pPr marL="0" lvl="0" indent="0">
              <a:buNone/>
            </a:pPr>
            <a:r>
              <a:rPr lang="en-IN" sz="3200" dirty="0"/>
              <a:t>My Role In The Project</a:t>
            </a:r>
          </a:p>
          <a:p>
            <a:pPr marL="0" lvl="0" indent="0">
              <a:buNone/>
            </a:pPr>
            <a:r>
              <a:rPr lang="en-IN" dirty="0"/>
              <a:t>SEP(stable election protocol):</a:t>
            </a:r>
            <a:r>
              <a:rPr lang="en-IN" sz="2000" dirty="0"/>
              <a:t> SEP is a cluster based routing protocol used in heterogenous wireless sensor networks used in advanced nodes(higher probability) and normal nodes(lower probability).</a:t>
            </a:r>
            <a:endParaRPr lang="en-IN" dirty="0"/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5204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C9F3-80D4-D041-8F15-889CC8F1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C8A00-AD71-46A1-4522-C53EA8DD0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920" y="1361440"/>
            <a:ext cx="4164514" cy="2067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666905-AA51-C927-B0F2-03842061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3814900"/>
            <a:ext cx="4016088" cy="2072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0CF59D-83A4-9D7D-B08F-2F0316CD2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164" y="1396913"/>
            <a:ext cx="4511431" cy="1996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AA5E3-AF8D-B37D-B9DB-61B7412C4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249" y="3814900"/>
            <a:ext cx="4625741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0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0786-03FF-7120-DE7B-3137A6D5C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920" y="2407920"/>
            <a:ext cx="6492240" cy="22453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926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211</Words>
  <Application>Microsoft Office PowerPoint</Application>
  <PresentationFormat>Widescreen</PresentationFormat>
  <Paragraphs>25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DDEEC</vt:lpstr>
      <vt:lpstr>Why is this project important?</vt:lpstr>
      <vt:lpstr>Main Solution</vt:lpstr>
      <vt:lpstr>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raj</dc:creator>
  <cp:lastModifiedBy>Yuva raj</cp:lastModifiedBy>
  <cp:revision>2</cp:revision>
  <dcterms:created xsi:type="dcterms:W3CDTF">2026-08-04T15:25:34Z</dcterms:created>
  <dcterms:modified xsi:type="dcterms:W3CDTF">2026-08-04T15:46:42Z</dcterms:modified>
</cp:coreProperties>
</file>